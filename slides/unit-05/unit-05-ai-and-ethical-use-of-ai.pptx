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Unit 5 as a modular block (6 hours).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Pair every tool demo with ethics critique. Never paste confidential client data into public AI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research workflow with verification step. Stress that subscription databases remain authoritative; AI assists retrieval and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generative AI for exams. Contrast with traditional search. Students should explain why training data limits legal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level only. Link to professional responsibility—analytics can reflect historical bias in court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8 alignment: human vs AI drafting comparison. AI accelerates first drafts; accountability stays with the advocate.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ethics topic. Scenario exams: student pastes client facts into ChatGPT—identify the confidentiality breach and correct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bias for exams: systematic unfairness in outputs. Give examples: skewed training data affecting predictions or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caution slide — pause for discussion. Use a vignette: fake citation discovered before filing. What should the student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 are exam favorites alongside ethics. Hallucination and jurisdiction mismatch are concrete examples students must articulate.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is the operational answer to AI risk. Define it clearly—accountable human review over all consequential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Synthesize Unit 5 into a responsible-use checklist. Connect to Course Outcome 8: Evaluate AI for ethics and professional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vignettes dominate Unit 5 exams. Practice writing short structured answers: issue, rule/policy, application,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materials/labs and materials/qa for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Unit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AI and Ethical Use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5 — AI and Ethical Use in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Tools for Legal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Database AI: natural-language search in case law platforms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Summarization tools condense judgments and statutes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Citation verification still requires primary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Compare AI summary against original judgment text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Institution may provide approved research assistants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Open web chatbots are not substitutes for databases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Generative AI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Creates new text, images, or code from learned patterns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Large language models predict likely next words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Trained on vast corpora — not live legal 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Useful for outlines, rephrasing, and brainstorming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Outputs may be wrong, outdated, or jurisdictionally off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Always label AI-assisted work per college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 in Judiciary and Legal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Analytics dashboards track case pendency and outcomes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NLP tools assist classification and document clustering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Some jurisdictions pilot AI transcription and translation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Predictive analytics raise fairness and transparency issues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Lawyers must understand tool limits in court contexts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Regulatory frameworks evolving globally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AI-Assisted Drafting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Tools suggest clauses, rephrase paragraphs, check tone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Useful starting point for notices and memo outlines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 must verify facts, law, and citations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Comparative lab: human draft vs AI-assisted draft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file AI output without full professional review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confidentiality rules apply to all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Privacy and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names, facts, and documents are confidential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Public AI tools may store or train on your inputs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anonymized prompts or approved enterprise tools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Data protection laws govern personal information handling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Breach of confidentiality is a professional conduct issue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When in doubt, do not paste matter details into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Bias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reflects biases in training data and design choices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May disadvantage groups in risk scoring or search ranking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Historical court data can encode systemic inequities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Lawyers must question AI recommendations critically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Document limitations when relying on analytics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Fairness and access to justice are legal values at stake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Ethics Caution — Professional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You remain accountable for every filed document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does not hold a law license or appear in court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Disclose AI assistance when policy or court requires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cite AI-generated cases without verification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Competence includes understanding tools you 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Ethical practice means verify, protect, and disclose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Limitations of AI in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Hallucination — confident but fabricated citations or facts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Jurisdiction errors — foreign law presented as local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No real-world awareness of your specific matter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Cannot exercise ethical judgment or courtroom advocacy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Training cut-off dates miss recent amendments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AI assists research and drafting; it does not practice law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Human-in-the-Loop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Human lawyer reviews every AI output before reliance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Verification loop: generate → check → correct → approve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Senior supervision for student AI-assisted 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Maintain research logs showing primary sources checked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Reject and rewrite when AI output fails quality bar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Professional standard: accountable human judgment last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Responsible and Ethical AI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approved tools; know their terms of service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Minimize personal data in prompts; anonymize facts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Cross-check all legal propositions against primary sources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Educate clients about AI limits when relevant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Stay updated on bar council and college AI policies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Ethics is not optional — it is part of legal competence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5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Short notes: bias, privacy, hallucination, human-in-the-loop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Scenario: identify confidentiality breach in AI 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why AI citations must be verified independently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List three limitations of AI in legal practice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Compare human drafting vs AI-assisted drafting duties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assuming AI practices law or is always current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5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unit labs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Attempt unit Q&amp;A bank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Submit unit assignment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using revision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