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Unit 4 as a modular block (6 hours).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Advocate clarity over decoration. One idea per slide. Speaker notes support moot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design philosophy early: slides are visual aids, not scripts. Moot and seminar contexts have different pacing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bad dense slide versus a clean one. Contrast and font size matter in courtrooms with projectors.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applying a theme and editing Slide Master for consistent footers. Formal moot decks need restrained visual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distinction: transitions = between slides; animations = within a slide. Both should be purposeful and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use SmartArt vs bullets is a common exam point. Show a simple litigation process or court hierarchy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presentation structure mirrors written pleadings. Slides summarize; oral argument adds authority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Moot deck is a lab deliverable. Emphasize speaker notes for citations while slides stay clean. Facts–issues–arguments–prayer is exam-ready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Seminar decks educate non-lawyers. Contrast with moot formality. Legal awareness lab may use light animation for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principles and moot structure are high-yield. Review a sample deck critically before the practical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materials/labs and materials/qa for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A2E5C"/>
                </a:solidFill>
                <a:latin typeface="Calibri"/>
              </a:rPr>
              <a:t>Unit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F647A"/>
                </a:solidFill>
                <a:latin typeface="Calibri"/>
              </a:rPr>
              <a:t>MS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4 — MS PowerPoint for Legal Presentations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PowerPoint in Legal and Academic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Communicate case facts, arguments, and awareness topics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Used in moot courts, seminars, and client meetings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Slides support oral advocacy — you are the presenter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Poor slides distract judges and examiners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Lab: moot court deck and legal awareness animation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8–12 slides is a typical student presentation length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Slide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One main idea per slide — avoid walls of text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Large readable fonts; high contrast background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Limit bullets to five or six per slide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images, diagrams, or quotes — not paragraphs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Consistent alignment and spacing throughout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Speaker notes hold detail; slides stay minimal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Themes and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Themes apply coordinated colors, fonts, and effects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Templates provide pre-built slide layouts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Choose professional themes — avoid distracting backgrounds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Slide Master edits fonts and placeholders globally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Match theme to context: formal moot vs awareness campaign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campus-blue and academic themes suit law presentations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Animations vs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Transitions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Effect when moving between entire slides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Examples: Fade, Push, Wipe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Use subtle transitions — one style for whole deck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Overuse distracts judges and examiners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Animations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Effects on objects within a single slide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Reveal bullet points or diagram steps sequentially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Build complex arguments step by step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Purpose: direct attention, not entertainment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SmartArt and Charts in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SmartArt visualizes processes, hierarchies, and cycles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for legal procedures or organizational structures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Insert Chart links to Excel data for live updates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Prefer SmartArt over bullet walls for relationships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Keep diagrams simple — label every element clearly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Test readability from the back of the 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Legal Case 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Open with caption: parties, court, statute involved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Facts slide — chronological, neutral tone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Issues framed as precise legal questions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Arguments split: petitioner vs respondent points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Relief or prayer stated clearly on dedicated slide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Annexures referenced; do not crowd slides with citations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Moot Court Presentation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Facts → Issues → Arguments → Prayer — classic flow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Allocate time: facts brief, arguments longest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Anticipate judge interruptions — backup slides optional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Speaker notes contain citations and case names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Closing slide: precise relief sought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Rehearse with timer; cut excess animation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Seminar and Legal Awareness Decks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Hook slide: striking question or statistic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Define key legal terms for general audience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examples and scenarios — not jargon alone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One awareness message per section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Call to action: rights, remedies, or helplines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Credits slide: sources and team members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4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State design principles: one idea, contrast, readability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Distinguish animation (within slide) vs transition (between)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When to use SmartArt instead of bullet lists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Outline moot deck structure: facts–issues–arguments–prayer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wall-of-text slides and excessive effects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unreadable color combinations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6FB2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4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Complete unit labs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Attempt unit Q&amp;A bank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Submit unit assignment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Revise using revision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