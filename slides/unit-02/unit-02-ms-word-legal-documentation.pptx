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Unit 2 as a modular block (6 hours).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hours, 10% weight. Live-demo drafting. Insist on styles over manual formatting. Track changes models senior review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formatting discipline equals professional credibility. Students will submit tracked-revision samples in lab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applying a Style versus manual bold/size. Styles are the professional standard and save time on long petitions.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pitfall: forgetting page numbers. Show header/footer insertion and when to use section breaks in multi-part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Tables beat space-bar alignment. Show a party-details table and a limitation timeline as legal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Mail merge steps are exam favorites. Demo with a small client list producing personalized notices or update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Distinguish academic footnote workflow from court filing conventions. Students need both awareness for seminars and practice drafts.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Workflow: draft → review → accept/reject → finalize. Pitfall: submitting a document with visible markup unintentionally.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must outline skeleton structures for exams. Formatting supports substance—learn both. Lab: draft a practice notice and affidavit.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Revise mail merge and track changes first—they appear repeatedly. Practice outlining document skeletons from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students to materials/labs and materials/qa for this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A2E5C"/>
                </a:solidFill>
                <a:latin typeface="Calibri"/>
              </a:rPr>
              <a:t>Unit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4F647A"/>
                </a:solidFill>
                <a:latin typeface="Calibri"/>
              </a:rPr>
              <a:t>MS Word for Legal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3F7FB"/>
                </a:solidFill>
                <a:latin typeface="Calibri"/>
              </a:rPr>
              <a:t>Unit 2 — MS Word for Legal Documentation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Word for Professional Legal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Primary tool for notices, agreements, petitions, affidavits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Professional output needs styles, not random font clicks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Consistent layout signals credibility to courts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Revision tools support supervised collaboration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Export to PDF after final proofreading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Syllabus practicals include notice and affidavit drafts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Creating and Formatting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Set font, size, line spacing, and alignment first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 Styles (Heading 1, Body Text) for consistency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Styles enable automatic Table of Contents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Avoid multiple Enter presses for vertical spacing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Times New Roman or Arial per college/court norms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Save versions with clear filenames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Page Layout, Headers, and Footers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Margins, orientation, and paper size affect filing readability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Headers: matter title, confidentiality label, court name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Footers: page numbers essential on long petitions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Section breaks when header/footer content changes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Columns rarely used; tables preferred for structured data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Preview print layout before submission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Tables in Legal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Organize parties, timelines, property schedules, fee lists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Insert via Insert → Table; define columns before data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 table styles for readable borders and shading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Avoid merged cells that break later sorting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Keep tables simple for court and client clarity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Convert tabular facts from narrative where helpful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Mail Merge — Steps and Legal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Step 1: Create template with merge fields (Name, Address)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Step 2: Connect data source (Excel or CSV list)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Step 3: Insert fields and preview each record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Step 4: Complete merge — print, PDF, or individual files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 for batch client letters and workshop invitations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High-yield procedural question in SEE and CIA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References, Citations, and Footnotes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References tab manages footnotes and endnotes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Footnotes for academic seminar and project work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Bibliography tools support consistent citation lists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Follow college citation style when specified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Cross-references link to sections, figures, or tables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Professional filings may use manual citation per court rules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Track Changes and Comments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Revision mode records insertions, deletions, and formatting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Comments flag questions without altering text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Supervisor reviews; drafter accepts or rejects edits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Essential in chambers and moot coach feedback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Deliver clean copy unless markup is requested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Never accept all changes without reading each 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Legal Drafting Document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Notices &amp; Agreements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Notice: parties, facts, demand, timeline, signature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Agreement: title, parties, recitals, clauses, signatures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Clear numbered paragraphs for facts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Demand or obligation stated in plain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Petitions &amp; Affidavits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Petition: court title, parties, facts, grounds, prayer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Affidavit: deponent details, numbered facts, verification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Verification or oath block at the end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• Structure matters as much as formatting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Unit 2 — Exam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Memorize four mail merge steps in order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Explain purpose of track changes in legal drafting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Outline structure of notice vs affidavit vs petition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Name five syllabus Word features with one-line purpose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Procedure questions: headers, footers, page numbers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Pitfall: spaces instead of styles or proper tables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F6FB2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Unit 2 —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Complete unit labs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Attempt unit Q&amp;A bank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Submit unit assignment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Revise using revision sheet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