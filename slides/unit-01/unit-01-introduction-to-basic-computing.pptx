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Unit 1 as a modular block (6 hours).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teaching hours, 10% weight. Emphasize legal workflows: research, secure files, professional email. AI is introduced at survey level; ethics deepens in Unit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computer clearly for short-answer exams. Stress the data-to-information transformation—lawyers work with facts, dates, parties, and citations as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IPO model. Hardware is physical; software is instructions. Do not treat Office apps as the only software—the OS and browser matter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is high-yield for exams. Two functions to memorize: resource management and providing a platform for applications. Tie to folder discipline for client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 sample path like Research/Judgments/2026/. Professional reliability starts with OS-level file discipline, not just Word formatting.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judgment-download workflow: OS file manager → browser → database → save PDF with clear name. Distinguish open web from subscription legal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Email remains professional default. Teach subject-line clarity and attachment naming. Warn against sending sensitive matter details through unsecured personal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 the myth that AI equals only ChatGPT. Frame AI as a family of techniques applied across legal tech. Preview that Unit 5 covers ethics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history brief—a timeline slide for exams. Key exam phrase: evolution from rules → learning from data → generative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High-yield short note topic: AI applications in law. Always pair capability with accountability. Hallucinated citations are a known professional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 only—no math required. Students should name technique families and link each to a legal use case at a survey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tip slide. Common MCQ traps: software categories, OS purpose, and over-trusting AI. Revise definitions and one legal workflow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materials/labs and materials/qa for this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A2E5C"/>
                </a:solidFill>
                <a:latin typeface="Calibri"/>
              </a:rPr>
              <a:t>Unit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F647A"/>
                </a:solidFill>
                <a:latin typeface="Calibri"/>
              </a:rPr>
              <a:t>Introduction to Basic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1 — Introduction to Basic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What Is a Computer?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Electronic device that processes data into information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Follows instructions (programs) stored in software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Transforms raw facts into usable legal information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Used daily for drafting, research, and communication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Combines hardware, software, and human operators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Foundation for all other units in this course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Computer System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Hardware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CPU and RAM — run Word, Excel, browsers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Storage — SSD, cloud, USB for case files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Input — keyboard, scanner for petitions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Output — monitor, printer for filings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Software &amp; People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System software — operating system (OS)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Application software — Word, Excel, research tools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Peopleware — users following professional discipline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IPO cycle: Input → Process → Output →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Operating Systems — Core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System software managing hardware and resources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Boots the machine and runs application programs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Organizes files, folders, users, and permissions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Examples: Windows, macOS, Linux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Provides security accounts and device drivers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Platform for all legal applications you will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OS Skills for Legal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Folder structure: Client / Case / Year hierarchy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Clear file naming: year, parties, doc type, version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Backups before court deadlines and submissions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Respect permissions on shared chambers drives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Separate drafts from final filed PDFs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store sole copies on unencrypted USB sticks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Internet Basics for Lawyers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Global network linking computers and services worldwide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Browser accesses websites and authenticated databases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Search engines find open web; databases hold primary law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Cloud services store and sync documents remotely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HTTPS and logins protect access to paid research tools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Download, rename, and log sources in research folders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Digital Communication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Email — formal advocate and chambers correspondence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Messaging and video calls for client meetings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Shared drives for team document collaboration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Clear subject lines and labeled attachments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Confidentiality: avoid personal channels for client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institution-approved tools where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Introduction to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Systems performing tasks needing human-like intelligence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Pattern recognition, language understanding, recommendations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Already embedded in research and document tools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Not limited to chatbots — includes analytics dashboards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Assists lawyers; does not replace professional judgment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Ethical use is mandatory — detailed in Unit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Brief History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1950s–80s: symbolic and rule-based expert systems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1990s–2000s: machine learning from data examples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2010s: deep learning advances in language and vision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2020s: generative AI widely available to professionals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Legal tech adoption accelerated with NLP tools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Regulation and ethics now catch up with capability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 in the Legal Profession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Current Applications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Legal research and case summarization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Document review and contract analysis support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Analytics dashboards for case management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Drafting assistance under lawyer supervision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Professional Caution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Verify every citation — AI can hallucinate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Protect client confidentiality in all tools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Human lawyer remains accountable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Unit 5 covers ethics and limitations fully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 Techniques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Expert systems — rules encoding legal logic (conceptual)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Machine learning — models trained on examples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NLP — processing statutes, judgments, contracts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Generative models — create new text from patterns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Future: more embedded tools, stronger analytics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Growing demand for ethical and regulatory frameworks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1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Define computer and explain IPO + storage cycle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List hardware vs application vs system software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State two core functions of an operating system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Distinguish browser search from legal databases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Short note: AI applications in the legal profession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Avoid confusing OS with MS Office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6FB2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1 —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Complete unit labs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Attempt unit Q&amp;A bank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Submit unit assignment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Revise using revision sheet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